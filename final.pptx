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16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6857-F1D8-FD60-87D1-4CC0050B4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572AF-62B3-F15D-3BEC-7100077DE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81035-5B91-D27B-4079-724B2E61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71F87-EF68-F241-9287-14423CEF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60439-376F-51D8-9172-37E6076D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9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8DC1-FB26-D816-B4F9-4034CB85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751A-3219-E267-79C4-90D503040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1979-19B3-5C58-FF68-6130BD65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BBB28-8090-1D45-C7EA-0AA5EBADA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928FE-65C2-86EE-6AE9-B67288F0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AA78-6BCF-956A-A869-392D4F41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B6171-A94A-8788-F47E-9B29C038E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3CE93-147A-40F5-0902-F31EC0E5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76FD8-B887-5578-E5F1-6071F4FD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AB897-D563-9D8A-AB2F-3FF6EA68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4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4369-67A8-8226-F3F2-7341D84B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78EEB-1474-67BD-C3D1-6EDA04FA2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509E4-B883-3800-BD75-D05AEF1B9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D9302-C96C-E9A0-BE07-DFEEF91A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FF366-7CEC-84F6-C082-2A2796E3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F7A1C-B78B-AFC7-C00E-1BC557C5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8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DD8A-CC5D-DF91-7C6F-1730FAF6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BE370-3494-9FBD-BCA6-8E96F27A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99E16-1FED-CD97-C348-F73724937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55A76-04E7-5A9D-62BF-8CE440F1A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5066D-EADC-D9C4-0229-E0114ED86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251E36-AD37-DC95-2335-D6DD46B50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4D61D0-7F22-DB53-672D-4588DD8D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B74240-F353-932A-3261-E20B4BF3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87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7BCB-3B60-0AD0-193F-5B5B2699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BA2BF-0B12-1BA2-29F2-D01AE229B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3FF1C-CBCB-D829-B200-46F110B1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4F67A-7A2A-3007-4C9A-D28FE4D6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CAEDB-47A3-6C8C-FCC4-4F6FBB25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E7CD2-0959-FB72-57EB-CD233125B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D8E6B-158A-F6DF-5D00-59E37383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A54C5-8D4A-B78D-684D-D4323C2E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7C1C3-F269-F128-B20D-97B988BCB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0814D-A02A-C45B-D8A8-63FEB3B60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37C89-89AC-C449-B117-C61F8A42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EAADC-250D-F349-F433-F15C5FC2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953B7-669B-C3A7-D97B-C1D570AD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2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C05D-8C83-733E-8D27-1D25741D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A859DB-3BB2-5721-0D52-23A1EE8C5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F7BD8-F02E-C172-255A-D3C01C9A0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F0436-7C6C-630E-EB8C-91D460D1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DEE8E-1CEE-1C7F-2816-B911E30A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2AD86-4FBC-63CA-A9CF-BE641177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4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A0C2-196C-F86E-DCC1-06939C56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15BED-DB26-5130-B7C0-01EEC5F1B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65765-3A6F-0017-9E88-51E87FAA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3051C-FB3C-D24C-D480-A8DBD6C5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E3204-D93E-4E32-C849-52CE0EECF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4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5218F5-0B4D-A2A9-E228-8861DC0A0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2CBE5-4B44-D087-2EC9-2BBF51C06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6EFE0-B026-D265-99E8-5A933598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FB627-D1BC-568D-0A7B-C298EDC1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F53B2-0C53-45BB-8AE8-66E42895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35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90CE8-1CBC-A979-2972-015D16F73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2FFE8-FB13-6302-2BBF-23BE79D98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3F004-CB8E-D754-C9DE-4962DF8A0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AD095-9969-49E5-9ED9-BAE4BB15DC3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7E60F-A301-5DA1-1A23-38F1F2EC3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00E82-8CE6-C8B6-3C8A-5A112E3C5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DBDED-E3DE-45E1-98CD-D85A831C8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0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4215-3091-EA8D-281A-C34EBEFE6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681037"/>
          </a:xfrm>
        </p:spPr>
        <p:txBody>
          <a:bodyPr>
            <a:normAutofit/>
          </a:bodyPr>
          <a:lstStyle/>
          <a:p>
            <a:r>
              <a:rPr lang="en-US" sz="3000" b="1"/>
              <a:t>THU THẬP DỮ LIỆU</a:t>
            </a:r>
            <a:r>
              <a:rPr lang="en-US" sz="3000"/>
              <a:t> </a:t>
            </a:r>
            <a:r>
              <a:rPr lang="en-US" sz="3000" b="1"/>
              <a:t>LiDAR &amp; RealSense Camera</a:t>
            </a:r>
            <a:endParaRPr lang="en-US" sz="3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731C8-B3E8-B6EB-2153-C030FBD80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85950"/>
            <a:ext cx="4305300" cy="3371850"/>
          </a:xfrm>
        </p:spPr>
        <p:txBody>
          <a:bodyPr/>
          <a:lstStyle/>
          <a:p>
            <a:pPr algn="l"/>
            <a:r>
              <a:rPr lang="vi-VN" b="1"/>
              <a:t>Phần cứng</a:t>
            </a:r>
          </a:p>
          <a:p>
            <a:pPr algn="l"/>
            <a:r>
              <a:rPr lang="vi-VN" b="1"/>
              <a:t>RPLidar A1M8</a:t>
            </a:r>
            <a:r>
              <a:rPr lang="vi-VN"/>
              <a:t> </a:t>
            </a:r>
          </a:p>
          <a:p>
            <a:pPr lvl="1" algn="l"/>
            <a:r>
              <a:rPr lang="vi-VN"/>
              <a:t>Quét 360° môi trường</a:t>
            </a:r>
          </a:p>
          <a:p>
            <a:pPr lvl="1" algn="l"/>
            <a:r>
              <a:rPr lang="vi-VN"/>
              <a:t>Tốc độ: 5.5 vòng/giây</a:t>
            </a:r>
          </a:p>
          <a:p>
            <a:pPr lvl="1" algn="l"/>
            <a:r>
              <a:rPr lang="vi-VN"/>
              <a:t>Khoảng cách: 0.15m - 12m</a:t>
            </a:r>
          </a:p>
          <a:p>
            <a:pPr algn="l"/>
            <a:r>
              <a:rPr lang="vi-VN" b="1"/>
              <a:t>Intel RealSense D435</a:t>
            </a:r>
            <a:r>
              <a:rPr lang="vi-VN"/>
              <a:t> </a:t>
            </a:r>
          </a:p>
          <a:p>
            <a:pPr lvl="1" algn="l"/>
            <a:r>
              <a:rPr lang="vi-VN"/>
              <a:t>Ảnh RGB + Depth</a:t>
            </a:r>
          </a:p>
          <a:p>
            <a:pPr lvl="1" algn="l"/>
            <a:r>
              <a:rPr lang="vi-VN"/>
              <a:t>640×480</a:t>
            </a:r>
          </a:p>
          <a:p>
            <a:pPr lvl="1" algn="l"/>
            <a:r>
              <a:rPr lang="vi-VN"/>
              <a:t>Cảm biến depth active stereo</a:t>
            </a:r>
          </a:p>
          <a:p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DA7482-49BD-C8F7-E5F1-E6C15BAEC415}"/>
              </a:ext>
            </a:extLst>
          </p:cNvPr>
          <p:cNvSpPr txBox="1">
            <a:spLocks/>
          </p:cNvSpPr>
          <p:nvPr/>
        </p:nvSpPr>
        <p:spPr>
          <a:xfrm>
            <a:off x="5994400" y="1885950"/>
            <a:ext cx="4305300" cy="337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vi-VN" b="1"/>
              <a:t>Phần mềm</a:t>
            </a:r>
          </a:p>
          <a:p>
            <a:pPr algn="l"/>
            <a:r>
              <a:rPr lang="vi-VN" b="1"/>
              <a:t>Python 3.x</a:t>
            </a:r>
            <a:endParaRPr lang="vi-VN"/>
          </a:p>
          <a:p>
            <a:pPr algn="l"/>
            <a:r>
              <a:rPr lang="vi-VN"/>
              <a:t>Thư viện chính: </a:t>
            </a:r>
          </a:p>
          <a:p>
            <a:pPr lvl="1" algn="l"/>
            <a:r>
              <a:rPr lang="vi-VN"/>
              <a:t>rplidar - Điều khiển LiDAR</a:t>
            </a:r>
          </a:p>
          <a:p>
            <a:pPr lvl="1" algn="l"/>
            <a:r>
              <a:rPr lang="vi-VN"/>
              <a:t>pyrealsense2 - RealSense</a:t>
            </a:r>
          </a:p>
          <a:p>
            <a:pPr lvl="1" algn="l"/>
            <a:r>
              <a:rPr lang="vi-VN"/>
              <a:t>matplotlib - Hiển thị real-time</a:t>
            </a:r>
          </a:p>
          <a:p>
            <a:pPr lvl="1" algn="l"/>
            <a:r>
              <a:rPr lang="vi-VN"/>
              <a:t>opencv - Xử lý ảnh</a:t>
            </a:r>
          </a:p>
        </p:txBody>
      </p:sp>
    </p:spTree>
    <p:extLst>
      <p:ext uri="{BB962C8B-B14F-4D97-AF65-F5344CB8AC3E}">
        <p14:creationId xmlns:p14="http://schemas.microsoft.com/office/powerpoint/2010/main" val="171446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886FC-294E-3CB2-8062-F9E40E28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E8FD-26D1-3970-F993-D099FFDED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681037"/>
          </a:xfrm>
        </p:spPr>
        <p:txBody>
          <a:bodyPr>
            <a:normAutofit/>
          </a:bodyPr>
          <a:lstStyle/>
          <a:p>
            <a:r>
              <a:rPr lang="en-US" sz="3000" b="1"/>
              <a:t>THU THẬP DỮ LIỆU</a:t>
            </a:r>
            <a:r>
              <a:rPr lang="en-US" sz="3000"/>
              <a:t> </a:t>
            </a:r>
            <a:r>
              <a:rPr lang="en-US" sz="3000" b="1"/>
              <a:t>LiDAR &amp; RealSense Camera</a:t>
            </a:r>
            <a:endParaRPr lang="en-US" sz="3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75C19-D8AF-8F9F-EA45-1CC7F9C06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85950"/>
            <a:ext cx="8743950" cy="3371850"/>
          </a:xfrm>
        </p:spPr>
        <p:txBody>
          <a:bodyPr>
            <a:normAutofit/>
          </a:bodyPr>
          <a:lstStyle/>
          <a:p>
            <a:pPr algn="l"/>
            <a:r>
              <a:rPr lang="en-US" b="1"/>
              <a:t>Mục tiêu chính:</a:t>
            </a:r>
          </a:p>
          <a:p>
            <a:pPr lvl="1" algn="l"/>
            <a:r>
              <a:rPr lang="en-US" b="1"/>
              <a:t>1. Thu thập dữ liệu đồng bộ</a:t>
            </a:r>
            <a:endParaRPr lang="en-US"/>
          </a:p>
          <a:p>
            <a:pPr lvl="1" algn="l"/>
            <a:r>
              <a:rPr lang="en-US"/>
              <a:t>Thu thập dữ liệu từ 2 sensor đồng thời với timestamp chung</a:t>
            </a:r>
          </a:p>
          <a:p>
            <a:pPr lvl="1" algn="l"/>
            <a:r>
              <a:rPr lang="en-US" b="1"/>
              <a:t>2. Visualize real-time</a:t>
            </a:r>
            <a:endParaRPr lang="en-US"/>
          </a:p>
          <a:p>
            <a:pPr lvl="1" algn="l"/>
            <a:r>
              <a:rPr lang="en-US"/>
              <a:t>Hiển thị dữ liệu LiDAR trực tiếp dạng polar plot</a:t>
            </a:r>
          </a:p>
          <a:p>
            <a:pPr lvl="1" algn="l"/>
            <a:r>
              <a:rPr lang="en-US" b="1"/>
              <a:t>3. Phục vụ Calibration</a:t>
            </a:r>
            <a:endParaRPr lang="en-US"/>
          </a:p>
          <a:p>
            <a:pPr lvl="1" algn="l"/>
            <a:r>
              <a:rPr lang="en-US"/>
              <a:t>Tạo dataset để hiệu chuẩn ngoại và tích hợp 2 sensor</a:t>
            </a:r>
          </a:p>
        </p:txBody>
      </p:sp>
    </p:spTree>
    <p:extLst>
      <p:ext uri="{BB962C8B-B14F-4D97-AF65-F5344CB8AC3E}">
        <p14:creationId xmlns:p14="http://schemas.microsoft.com/office/powerpoint/2010/main" val="2765599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A679-6376-A087-1244-7DFDA1A2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6E55-575B-0F74-9269-54828CF94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681037"/>
          </a:xfrm>
        </p:spPr>
        <p:txBody>
          <a:bodyPr>
            <a:normAutofit/>
          </a:bodyPr>
          <a:lstStyle/>
          <a:p>
            <a:r>
              <a:rPr lang="en-US" sz="3000" b="1"/>
              <a:t>THU THẬP DỮ LIỆU</a:t>
            </a:r>
            <a:r>
              <a:rPr lang="en-US" sz="3000"/>
              <a:t> </a:t>
            </a:r>
            <a:r>
              <a:rPr lang="en-US" sz="3000" b="1"/>
              <a:t>LiDAR &amp; RealSense Camera</a:t>
            </a:r>
            <a:endParaRPr lang="en-US" sz="30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B33813F-4B93-4B4E-2335-3BE51A9883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33550" y="1567660"/>
            <a:ext cx="829945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Khởi tạo LiDAR &amp; RealSense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 nối, kiểm tra health 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Cấu hình stream depth + color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38AEF4E-DC7F-6042-264C-AA48AE58D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2367879"/>
            <a:ext cx="8420100" cy="119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25"/>
              </a:lnSpc>
            </a:pPr>
            <a:r>
              <a:rPr lang="fr-FR" sz="1400">
                <a:solidFill>
                  <a:srgbClr val="00108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lidar</a:t>
            </a:r>
            <a:r>
              <a:rPr lang="fr-FR" sz="140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fr-FR" sz="1400">
                <a:solidFill>
                  <a:srgbClr val="267F9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RPLidar</a:t>
            </a:r>
            <a:r>
              <a:rPr lang="fr-FR" sz="140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400">
                <a:solidFill>
                  <a:srgbClr val="0070C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PORT</a:t>
            </a:r>
            <a:r>
              <a:rPr lang="fr-FR" sz="140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1400">
                <a:solidFill>
                  <a:srgbClr val="00108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baudrate</a:t>
            </a:r>
            <a:r>
              <a:rPr lang="fr-FR" sz="140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fr-FR" sz="1400">
                <a:solidFill>
                  <a:srgbClr val="098658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115200</a:t>
            </a:r>
            <a:r>
              <a:rPr lang="fr-FR" sz="140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1400">
                <a:solidFill>
                  <a:srgbClr val="00108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timeout</a:t>
            </a:r>
            <a:r>
              <a:rPr lang="fr-FR" sz="140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fr-FR" sz="1400">
                <a:solidFill>
                  <a:srgbClr val="098658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fr-FR" sz="140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pipeline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.pipeline()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.enable_stream(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.stream.depth,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640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480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.format.z16,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.enable_stream(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.stream.color,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640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480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.format.bgr8,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CA5CE65-0A17-3DA3-3DD8-8988ADF7E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550" y="3640892"/>
            <a:ext cx="8299450" cy="98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/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Tạo plot real-time (polar)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sz="1400"/>
          </a:p>
          <a:p>
            <a:pPr marL="457200" algn="l" eaLnBrk="0" fontAlgn="base" hangingPunct="0"/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Hiển thị dữ liệu quét 360° </a:t>
            </a:r>
            <a:endParaRPr lang="en-US" sz="1400"/>
          </a:p>
          <a:p>
            <a:pPr marL="457200" algn="l" eaLnBrk="0" fontAlgn="base" hangingPunct="0"/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Cập nhật mỗi 0.2 giây </a:t>
            </a:r>
            <a:endParaRPr lang="en-US" sz="140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59C6B57-5C6A-61EA-DDA6-97C5A2FC1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4703975"/>
            <a:ext cx="8978900" cy="119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25"/>
              </a:lnSpc>
            </a:pP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fig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ax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>
                <a:solidFill>
                  <a:srgbClr val="795E26"/>
                </a:solidFill>
                <a:latin typeface="Consolas" panose="020B0609020204030204" pitchFamily="49" charset="0"/>
              </a:rPr>
              <a:t>subplots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subplot_kw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={</a:t>
            </a:r>
            <a:r>
              <a:rPr lang="en-US" sz="1400">
                <a:solidFill>
                  <a:srgbClr val="A31515"/>
                </a:solidFill>
                <a:latin typeface="Consolas" panose="020B0609020204030204" pitchFamily="49" charset="0"/>
              </a:rPr>
              <a:t>'projection'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400">
                <a:solidFill>
                  <a:srgbClr val="A31515"/>
                </a:solidFill>
                <a:latin typeface="Consolas" panose="020B0609020204030204" pitchFamily="49" charset="0"/>
              </a:rPr>
              <a:t>'polar’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})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.set_data(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angles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distances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.set_title(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'LiDAR - Saved: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save_count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times - Points: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current_scan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pause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82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AD7C-6F60-AA63-8558-191FC15BC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0D3A1-E891-28E2-FBB3-7AA5C44F5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681037"/>
          </a:xfrm>
        </p:spPr>
        <p:txBody>
          <a:bodyPr>
            <a:normAutofit/>
          </a:bodyPr>
          <a:lstStyle/>
          <a:p>
            <a:r>
              <a:rPr lang="en-US" sz="3000" b="1"/>
              <a:t>THU THẬP DỮ LIỆU</a:t>
            </a:r>
            <a:r>
              <a:rPr lang="en-US" sz="3000"/>
              <a:t> </a:t>
            </a:r>
            <a:r>
              <a:rPr lang="en-US" sz="3000" b="1"/>
              <a:t>LiDAR &amp; RealSense Camera</a:t>
            </a:r>
            <a:endParaRPr lang="en-US" sz="30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7AD4341-B79F-F627-CA97-30FE1709D3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33550" y="1567660"/>
            <a:ext cx="829945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Vòng lặp đọc dữ liệu liên tục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Generator iter_scans() 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Xử lý từng scan (~1450 điểm)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950C32D-AAD6-B597-F18D-9B1424D45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2533437"/>
            <a:ext cx="8420100" cy="273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25"/>
              </a:lnSpc>
            </a:pPr>
            <a:r>
              <a:rPr lang="en-US" sz="140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scan_data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lidar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.iter_scans():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246880D-874A-22FF-DABA-64CF96070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550" y="2972147"/>
            <a:ext cx="829945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>
                <a:latin typeface="Arial" panose="020B0604020202020204" pitchFamily="34" charset="0"/>
              </a:rPr>
              <a:t>Nhấn ‘s' để lưu snapshot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</a:rPr>
              <a:t>Phát hiện sự kiện bàn phím 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</a:rPr>
              <a:t>Kích hoạt quá trình lưu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FEA3B78-A8DE-0AEF-8B89-0F8724832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782" y="3937924"/>
            <a:ext cx="8299450" cy="580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25"/>
              </a:lnSpc>
            </a:pPr>
            <a:r>
              <a:rPr lang="en-US" sz="14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267F99"/>
                </a:solidFill>
                <a:latin typeface="Consolas" panose="020B0609020204030204" pitchFamily="49" charset="0"/>
              </a:rPr>
              <a:t>keyboard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>
                <a:solidFill>
                  <a:srgbClr val="795E26"/>
                </a:solidFill>
                <a:latin typeface="Consolas" panose="020B0609020204030204" pitchFamily="49" charset="0"/>
              </a:rPr>
              <a:t>is_pressed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A31515"/>
                </a:solidFill>
                <a:latin typeface="Consolas" panose="020B0609020204030204" pitchFamily="49" charset="0"/>
              </a:rPr>
              <a:t>'s'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algn="l">
              <a:lnSpc>
                <a:spcPts val="1425"/>
              </a:lnSpc>
            </a:pP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save_request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31C8AD1-A002-6BBE-01F1-CD8F3DEB7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550" y="4684410"/>
            <a:ext cx="829945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>
                <a:latin typeface="Arial" panose="020B0604020202020204" pitchFamily="34" charset="0"/>
              </a:rPr>
              <a:t>Đồng bộ lưu cả LiDAR + Camera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</a:rPr>
              <a:t>Timestamp chung (milliseconds) 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</a:rPr>
              <a:t>3 loại ảnh + CSV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9B709-2B09-911A-DB47-8FC07D2C3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5496299"/>
            <a:ext cx="8299450" cy="888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25"/>
              </a:lnSpc>
              <a:buNone/>
            </a:pP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</a:pPr>
            <a:r>
              <a:rPr lang="en-US" sz="1400">
                <a:solidFill>
                  <a:srgbClr val="795E26"/>
                </a:solidFill>
                <a:latin typeface="Consolas" panose="020B0609020204030204" pitchFamily="49" charset="0"/>
              </a:rPr>
              <a:t>save_scan_data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writer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scan_data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timestamp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</a:pPr>
            <a:r>
              <a:rPr lang="en-US" sz="1400">
                <a:solidFill>
                  <a:srgbClr val="795E26"/>
                </a:solidFill>
                <a:latin typeface="Consolas" panose="020B0609020204030204" pitchFamily="49" charset="0"/>
              </a:rPr>
              <a:t>capture_realsense_image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pipeline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align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>
                <a:solidFill>
                  <a:srgbClr val="001080"/>
                </a:solidFill>
                <a:latin typeface="Consolas" panose="020B0609020204030204" pitchFamily="49" charset="0"/>
              </a:rPr>
              <a:t>timestamp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272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FF4B-0809-4036-A4DA-8D757458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31BC-0089-509D-CAD1-8052822E7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681037"/>
          </a:xfrm>
        </p:spPr>
        <p:txBody>
          <a:bodyPr>
            <a:normAutofit/>
          </a:bodyPr>
          <a:lstStyle/>
          <a:p>
            <a:r>
              <a:rPr lang="en-US" sz="3000" b="1"/>
              <a:t>THU THẬP DỮ LIỆU</a:t>
            </a:r>
            <a:r>
              <a:rPr lang="en-US" sz="3000"/>
              <a:t> </a:t>
            </a:r>
            <a:r>
              <a:rPr lang="en-US" sz="3000" b="1"/>
              <a:t>LiDAR &amp; RealSense Camera</a:t>
            </a:r>
            <a:endParaRPr lang="en-US" sz="30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84B886A-6FCD-58D6-7EBD-10F86447DDD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266617"/>
            <a:ext cx="7372350" cy="3226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Kiến trúc:</a:t>
            </a:r>
          </a:p>
          <a:p>
            <a:pPr algn="l"/>
            <a:r>
              <a:rPr lang="en-US" b="1"/>
              <a:t>Input</a:t>
            </a:r>
            <a:r>
              <a:rPr lang="en-US"/>
              <a:t>: 2 sensor (LiDAR + RealSense) </a:t>
            </a:r>
          </a:p>
          <a:p>
            <a:pPr algn="l"/>
            <a:r>
              <a:rPr lang="en-US" b="1"/>
              <a:t>Processing</a:t>
            </a:r>
            <a:r>
              <a:rPr lang="en-US"/>
              <a:t>: Main loop với generator</a:t>
            </a:r>
          </a:p>
          <a:p>
            <a:pPr algn="l"/>
            <a:r>
              <a:rPr lang="en-US" b="1"/>
              <a:t>Output</a:t>
            </a:r>
            <a:r>
              <a:rPr lang="en-US"/>
              <a:t>: </a:t>
            </a:r>
          </a:p>
          <a:p>
            <a:pPr lvl="1" algn="l"/>
            <a:r>
              <a:rPr lang="en-US"/>
              <a:t>CSV file (timestamp, angle, distance)</a:t>
            </a:r>
          </a:p>
          <a:p>
            <a:pPr lvl="1" algn="l"/>
            <a:r>
              <a:rPr lang="en-US"/>
              <a:t>3 loại ảnh (color, depth, depth_colormap)</a:t>
            </a:r>
          </a:p>
          <a:p>
            <a:pPr algn="l"/>
            <a:r>
              <a:rPr lang="en-US" b="1"/>
              <a:t>Visualization</a:t>
            </a:r>
            <a:r>
              <a:rPr lang="en-US"/>
              <a:t>: Real-time polar plot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42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C8D29-4195-3795-8841-F27194E6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0A62E-3B9F-AD64-2990-225547ED6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1141711"/>
            <a:ext cx="3205316" cy="3474364"/>
          </a:xfrm>
        </p:spPr>
        <p:txBody>
          <a:bodyPr anchor="t">
            <a:normAutofit/>
          </a:bodyPr>
          <a:lstStyle/>
          <a:p>
            <a:pPr algn="l"/>
            <a:r>
              <a:rPr lang="en-US" sz="3200" b="1"/>
              <a:t>THU THẬP DỮ LIỆU</a:t>
            </a:r>
            <a:r>
              <a:rPr lang="en-US" sz="3200"/>
              <a:t> </a:t>
            </a:r>
            <a:r>
              <a:rPr lang="en-US" sz="3200" b="1"/>
              <a:t>LiDAR &amp; RealSense Camera</a:t>
            </a:r>
            <a:endParaRPr lang="en-US" sz="32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022946D-8828-9A21-9959-7C0954B76E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62000" y="4609474"/>
            <a:ext cx="3205316" cy="12632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800" b="1"/>
              <a:t>Output</a:t>
            </a:r>
            <a:r>
              <a:rPr lang="en-US" sz="1800"/>
              <a:t>: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641DA02-FCED-B4C5-BB1E-0EA04C266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1999" y="1"/>
            <a:ext cx="7620001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C367E-0CB2-C2D2-51EC-BF3D6533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768" y="929841"/>
            <a:ext cx="1613467" cy="2499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F41841-0878-BD0A-C8AA-B99720B8D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058" y="1170064"/>
            <a:ext cx="2898831" cy="2174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8C6E11-7427-1930-FA65-5297636BB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702" y="3820340"/>
            <a:ext cx="2898831" cy="21596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AB881D-1C0E-886F-8991-005BD02E2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058" y="3829263"/>
            <a:ext cx="2898831" cy="2159379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BD95455F-1B32-51E8-5D84-0D8A85078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483633"/>
            <a:ext cx="1297005" cy="2820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800" b="1"/>
              <a:t>Dữ liệu lidar</a:t>
            </a:r>
            <a:endParaRPr lang="en-US" sz="180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34B8F7E-30E8-D512-17FD-D9281EAB2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6995" y="3445688"/>
            <a:ext cx="1297005" cy="2820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800" b="1"/>
              <a:t>RGB</a:t>
            </a:r>
            <a:endParaRPr lang="en-US" sz="180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AC70C63-CD5B-A662-1FDD-033B3D297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765" y="6090144"/>
            <a:ext cx="1297005" cy="2820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800" b="1"/>
              <a:t>Depth</a:t>
            </a:r>
            <a:endParaRPr lang="en-US" sz="180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58807FB-0632-A5A9-7319-CBDAAD8C0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3879" y="6090144"/>
            <a:ext cx="1721210" cy="2820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800" b="1"/>
              <a:t>Depth Colormap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3380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504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THU THẬP DỮ LIỆU LiDAR &amp; RealSense Camera</vt:lpstr>
      <vt:lpstr>THU THẬP DỮ LIỆU LiDAR &amp; RealSense Camera</vt:lpstr>
      <vt:lpstr>THU THẬP DỮ LIỆU LiDAR &amp; RealSense Camera</vt:lpstr>
      <vt:lpstr>THU THẬP DỮ LIỆU LiDAR &amp; RealSense Camera</vt:lpstr>
      <vt:lpstr>THU THẬP DỮ LIỆU LiDAR &amp; RealSense Camera</vt:lpstr>
      <vt:lpstr>THU THẬP DỮ LIỆU LiDAR &amp; RealSense Camera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SOS Đà Lạt 3</dc:creator>
  <cp:lastModifiedBy>SOS Đà Lạt 3</cp:lastModifiedBy>
  <cp:revision>5</cp:revision>
  <dcterms:created xsi:type="dcterms:W3CDTF">2026-01-28T01:28:20Z</dcterms:created>
  <dcterms:modified xsi:type="dcterms:W3CDTF">2026-01-29T17:50:46Z</dcterms:modified>
</cp:coreProperties>
</file>