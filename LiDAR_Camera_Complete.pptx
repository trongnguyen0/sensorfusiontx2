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7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7605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HỆ THỐNG HIỆU CHUẨN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LiDAR - CAMERA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Fusion &amp; Homography Calibration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MỤC LỤC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Thu Thập Dữ Liệu Calibration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Khởi tạo LiDAR &amp; RealSense Camera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Visualization với Polar Plot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Chọn điểm P1, P2 trên LiDAR và ảnh RGB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Ánh xạ Linear Interpolation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Lưu trữ dữ liệu JSON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822960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Tính Toán Homography Matrix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Load dữ liệu JSON calibration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Chuyển đổi Polar → Cartesian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Tính ma trận H với RANSAC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Đánh giá Reprojection Error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Visualization kết quả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THU THẬP DỮ LIỆU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CALIBRATION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TỔNG QUAN HỆ THỐNG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📡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8016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RPLidar A1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thập dữ liệu khoảng cách 360°, lọc góc ±90°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📷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28016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RealSense Camera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Chụp ảnh RGB và depth, độ phân giải 640×480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28016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3375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Hiển thị dữ liệu polar plot real-time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280160" y="3886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2062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Ánh xạ điểm LiDAR lên ảnh RGB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SƠ ĐỒ LUỒNG HOẠT ĐỘNG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2011680" cy="731520"/>
          </a:xfrm>
          <a:prstGeom prst="rect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0" y="10972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Khởi tạo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&amp; Camera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2103120"/>
            <a:ext cx="2011680" cy="731520"/>
          </a:xfrm>
          <a:prstGeom prst="rect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21031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LiDAR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liên tục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3108960"/>
            <a:ext cx="2011680" cy="731520"/>
          </a:xfrm>
          <a:prstGeom prst="rect">
            <a:avLst/>
          </a:prstGeom>
          <a:solidFill>
            <a:srgbClr val="9333E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31089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Loop</a:t>
            </a:r>
            <a:endParaRPr lang="en-US" sz="1300"/>
          </a:p>
          <a:p>
            <a:pPr algn="ctr"/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Cập nhật PolarPlot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097280"/>
            <a:ext cx="2011680" cy="731520"/>
          </a:xfrm>
          <a:prstGeom prst="rect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0972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Nhấn "S"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Bắt đầu Calibrate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2103120"/>
            <a:ext cx="2011680" cy="731520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21031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2 điểm P1, P2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 LiDAR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3108960"/>
            <a:ext cx="2011680" cy="731520"/>
          </a:xfrm>
          <a:prstGeom prst="rect">
            <a:avLst/>
          </a:prstGeom>
          <a:solidFill>
            <a:srgbClr val="EC489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31089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2 điểm P1, P2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 RGB Image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0" y="4114800"/>
            <a:ext cx="2011680" cy="731520"/>
          </a:xfrm>
          <a:prstGeom prst="rect">
            <a:avLst/>
          </a:prstGeom>
          <a:solidFill>
            <a:srgbClr val="1E3A8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0" y="4114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Ánh xạ &amp; Lưu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77440" y="1828800"/>
            <a:ext cx="9144" cy="27432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377440" y="2834640"/>
            <a:ext cx="9144" cy="27432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383280" y="1463040"/>
            <a:ext cx="1645920" cy="9144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5040" y="1828800"/>
            <a:ext cx="9144" cy="27432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35040" y="2834640"/>
            <a:ext cx="9144" cy="27432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H="1">
            <a:off x="5212080" y="3840480"/>
            <a:ext cx="832104" cy="666206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KHỞI TẠO LIDAR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Kết nối LiDAR: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Cổng: COM3, Baudrate: 115200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Kiểm tra thông tin thiết bị và trạng thái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Thread quét liên tục: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Chạy background thread độc lập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Đọc dữ liệu scan liên tục từ lidar.iter_scans()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Lưu vào biến latest_filtered với thread-safe lock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Lọc dữ liệu: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Normalize góc: chuyển 0-360° → -180 đến +180°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Giữ lại góc: -90° ≤ angle ≤ 90° (180° phía trước)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Loại bỏ khoảng cách = 0 (điểm lỗi)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KHỞI TẠO REALSENSE CAMERA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Cấu hình Camera: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Depth stream: 640×480, 30fps, format z16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Color stream: 640×480, 30fps, format BGR8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Pipeline Setup: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Tạo pipeline và config cho 2 stream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Start pipeline để bắt đầu capture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Align Frame: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Align depth frame với color frame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Đảm bảo 2 ảnh có cùng góc nhìn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Chuyển frame → numpy array để xử lý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HIỂN THỊ POLAR PLOT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Setup Matplotlib: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Tạo figure với projection="polar"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Giới hạn: góc -90° đến +90°, bán kính 0-6000mm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Đặt 0° ở phía Bắc (N), chiều quay ngược chiều kim đồng hồ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Cập nhật Real-time: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Interval: 0.2 giây (5 lần/giây)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Lấy latest_filtered từ thread LiDAR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Chuyển góc độ → radian, vẽ scatter plot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Hiển thị số điểm và số lần đã lưu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Ý nghĩa: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Theo dõi dữ liệu LiDAR trực quan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Kiểm tra chất lượng scan trước khi calibrate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CHỌN 2 ĐIỂM P1, P2 TRÊN LIDAR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Hiển thị Scatter Plot: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Trục X: Góc (angle)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Trục Y: Khoảng cách (distance)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Hiển thị tất cả điểm LiDAR trong vùng ±90°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🖱️ Tương tác: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Click chuột chọn P1 (điểm trái thanh bar)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Click chuột chọn P2 (điểm phải thanh bar)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Tự động tìm điểm gần nhất với vị trí click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Nhấn Enter để xác nhận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Kết quả: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Lọc ra các điểm trong khoảng góc [angle_P1, angle_P2]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Sắp xếp theo góc tăng dần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Trả về danh sách "bar_points"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DA6B9B-BE4C-8384-EA48-8B282D52F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792" y="1312817"/>
            <a:ext cx="4072128" cy="21814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CHỌN 2 ĐIỂM P1, P2 TRÊN ẢNH RGB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Chụp ảnh từ Camera: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Capture color_image và depth_image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Aligned frames đảm bảo depth khớp với RGB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🖼️ Hiển thị ảnh OpenCV: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Mở cửa sổ "Select Points"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Hiển thị ảnh RGB màu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Chọn điểm: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Click P1 (điểm trái thanh bar) → vẽ circle màu xanh lá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Click P2 (điểm phải thanh bar) → vẽ circle màu đỏ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Ghi nhận tọa độ pixel (x, y)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Nhấn Enter để xác nhận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Lưu ý: P1, P2 phải tương ứng với P1, P2 trên LiDAR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27DCCA-8167-4FD3-57DD-49A001970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793" y="1790805"/>
            <a:ext cx="2656140" cy="19941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 ÁNH XẠ ĐIỂM LIDAR LÊN ẢNH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Thuật toán Linear Interpolation: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1: Tính tỷ lệ 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 = (angle - angle_min) / (angle_max - angle_min)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 = 0 tại P1 (góc nhỏ nhất)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 = 1 tại P2 (góc lớn nhất)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2: Tính tọa độ pixel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pixel_x = P1.x + t × (P2.x - P1.x)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pixel_y = P1.y + t × (P2.y - P1.y)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Lưu thông tin: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angle: góc LiDAR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distance: khoảng cách LiDAR (mm)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pixel_x, pixel_y: tọa độ trên ảnh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 LƯU DỮ LIỆU &amp; KẾT QUẢ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Cấu trúc thư mục: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captured_data/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color/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depth/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depth_colormap/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calibration/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37760" y="12801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File lưu: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color_{timestamp}.png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depth_{timestamp}.png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depth_colormap_{timestamp}.png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calibration_{timestamp}.png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calibration_{timestamp}.json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Dữ liệu JSON: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Tọa độ P1, P2 trên ảnh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Góc min/max của LiDAR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Số điểm và khoảng cách TB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Danh sách mapped_points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29260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🖼️ Ảnh calibration: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Vẽ đường thẳng P1-P2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Đánh dấu các điểm LiDAR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Hiển thị kết quả ánh xạ</a:t>
            </a: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EF5489-83EF-A960-8D38-3E6CDD6646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26" r="8620"/>
          <a:stretch>
            <a:fillRect/>
          </a:stretch>
        </p:blipFill>
        <p:spPr>
          <a:xfrm>
            <a:off x="2823209" y="3199010"/>
            <a:ext cx="1559599" cy="10605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TÍNH TOÁN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HOMOGRAPHY MATRIX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MỤC ĐÍCH TÍNH HOMOGRAPHY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3B82F6"/>
          </a:solidFill>
          <a:ln w="381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ma trận H (3×3) để chuyển đổi bất kỳ điểm LiDAR nào thành tọa độ pixel trên ảnh camera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196596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" y="274320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thập dữ liệu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các file JSON từ calibration trước đó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2560320"/>
            <a:ext cx="196596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2743200"/>
            <a:ext cx="594360" cy="594360"/>
          </a:xfrm>
          <a:prstGeom prst="ellipse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06040" y="3474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Chuyển đổi tọa độ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06040" y="3886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 (angle, distance) → Cartesian (x, z)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560320"/>
            <a:ext cx="196596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57800" y="274320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57800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63440" y="3474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Homography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3886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cv2.findHomography() với RANSAC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29400" y="2560320"/>
            <a:ext cx="196596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15200" y="2743200"/>
            <a:ext cx="594360" cy="5943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0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720840" y="3474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&amp; Lưu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20840" y="3886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reprojection error và lưu kết quả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BƯỚC 1: LOAD DỮ LIỆU CALIBRATION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Nguồn dữ liệu: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Thư mục: captured_data/calibration/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File: calibration_*.json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Mỗi file chứa mapped_points từ 1 lần calibrate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Trích xuất dữ liệu: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Đọc tất cả file JSON trong thư mục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Với mỗi điểm trong mapped_points: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- angle: góc LiDAR (độ)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- distance: khoảng cách (mm)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- pixel_x, pixel_y: tọa độ ảnh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Kết quả: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all_lidar_points: danh sách (x, z) Cartesian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all_pixel_points: danh sách (u, v) pixel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Yêu cầu tối thiểu: 4 cặp điểm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BƯỚC 2: CHUYỂN ĐỔI TỌA ĐỘ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 COORDINATES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Tọa độ LiDAR gốc: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angle (góc)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Đơn vị: độ (degree)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Phạm vi: -90° đến +90°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📏 distance (khoảng cách)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Đơn vị: mm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Từ sensor đến vật thể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CARTESIAN COORDINATES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thức chuyển đổi: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distance × sin(angle)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distance × cos(angle)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Ý nghĩa: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x: trục ngang (mm)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z: trục sâu (mm)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2834640"/>
            <a:ext cx="365760" cy="0"/>
          </a:xfrm>
          <a:prstGeom prst="line">
            <a:avLst/>
          </a:prstGeom>
          <a:noFill/>
          <a:ln w="50800">
            <a:solidFill>
              <a:srgbClr val="1E3A8A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BƯỚC 3: MA TRẬN HOMOGRAPHY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Mục tiêu: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ma trận H (3×3) sao cho: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r>
              <a:rPr lang="en-US" sz="18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⎡ u</a:t>
            </a:r>
            <a:r>
              <a:rPr lang="en-US"/>
              <a:t>'</a:t>
            </a:r>
            <a:r>
              <a:rPr lang="en-US" sz="18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⎤       ⎡ h₁₁  h₁₂  h₁₃ ⎤   </a:t>
            </a:r>
            <a:r>
              <a:rPr lang="en-US" sz="18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⎡ x ⎤</a:t>
            </a:r>
            <a:endParaRPr lang="en-US" sz="1400"/>
          </a:p>
          <a:p>
            <a:r>
              <a:rPr lang="en-US" sz="18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⎢ v</a:t>
            </a:r>
            <a:r>
              <a:rPr lang="en-US"/>
              <a:t>'</a:t>
            </a:r>
            <a:r>
              <a:rPr lang="en-US" sz="18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⎥   =   ⎢ h₂₁  h₂₂  h₂₃ ⎥ × ⎢ z ⎥</a:t>
            </a:r>
            <a:endParaRPr lang="en-US" sz="1400"/>
          </a:p>
          <a:p>
            <a:r>
              <a:rPr lang="en-US" sz="18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⎣ w</a:t>
            </a:r>
            <a:r>
              <a:rPr lang="en-US">
                <a:solidFill>
                  <a:schemeClr val="bg1"/>
                </a:solidFill>
              </a:rPr>
              <a:t>'</a:t>
            </a:r>
            <a:r>
              <a:rPr lang="en-US" sz="18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⎦       ⎣ h₃₁  h₃₂  h₃₃ ⎦   ⎣ 1 ⎦</a:t>
            </a: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800" b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</a:t>
            </a: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Thuật toán: cv2.findHomography()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Method: RANSAC (Random Sample Consensus)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Threshold: 5.0 pixels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Loại bỏ outliers tự động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Output: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H: ma trận 3×3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mask: inliers/outliers cho mỗi điểm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RANSAC - LOẠI BỎ OUTLIERS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Quy trình RANSAC: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Chọn ngẫu nhiên 4 cặp điểm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Tính ma trận H từ 4 điểm này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Áp dụng H lên TẤT CẢ các điểm LiDAR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Tính khoảng cách với điểm pixel thật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Đếm số inliers (error &lt; threshold 5.0 px)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Lưu lại nếu số inliers tốt nhất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 Lặp lại nhiều lần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Chọn H có nhiều inliers nhất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Ưu điểm: Robust với dữ liệu nhiễu, chọn điểm sai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BƯỚC 4: ĐÁNH GIÁ SAI SỐ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📏 Reprojection Error: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độ chính xác của ma trận H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thức: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Áp dụng H lên tất cả điểm LiDAR (x, z):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projected = H × [x, z, 1]ᵀ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Normalize về tọa độ 2D: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 = projected[0] / projected[2]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 = projected[1] / projected[2]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Tính khoảng cách với pixel thật: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error = ||[u, v] - [pixel_x, pixel_y]||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Các chỉ số đánh giá: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Mean error (trung bình) • Median error • Max error • Std (độ lệch chuẩn)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LƯU KẾT QUẢ HOMOGRAPHY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File output: calibration_result.npz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file: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homography: ma trận H (3×3)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homography_error: mean reprojection error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num_points: tổng số cặp điểm đã dùng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Cách sử dụng: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np.load("calibration_result.npz")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data["homography"]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Chuyển đổi LiDAR → Pixel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angle_rad = np.radians(angle_deg)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distance * np.sin(angle_rad)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distance * np.cos(angle_rad)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 = np.array([x, z, 1.0])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 = H @ pt; u, v = pixel[:2] / pixel[2]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ỨNG DỤNG FUSION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FAC867-FA2F-CEC1-D589-29E8A2E15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30203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TỔNG QUAN ỨNG DỤNG FUSION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059669"/>
          </a:solidFill>
          <a:ln w="381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 dụng ma trận Homography để chiếu điểm LiDAR lên ảnh camera theo thời gian thực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196596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📡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Thread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liên tục background, lọc ±90°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2560320"/>
            <a:ext cx="196596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📷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06040" y="3474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Stream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06040" y="3886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RGB 640×480 @ 30fps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560320"/>
            <a:ext cx="196596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57800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🔄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63440" y="3474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63440" y="3886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Áp dụng H để chuyển (angle, dist) → (u, v)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29400" y="2560320"/>
            <a:ext cx="196596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0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🎨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720840" y="3474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20840" y="3886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Vẽ điểm màu theo khoảng cách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SƠ ĐỒ LUỒNG HOẠT ĐỘNG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2011680" cy="731520"/>
          </a:xfrm>
          <a:prstGeom prst="rect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0" y="10972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Ma Trận 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.npz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2103120"/>
            <a:ext cx="2011680" cy="731520"/>
          </a:xfrm>
          <a:prstGeom prst="rect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21031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LiDAR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Thread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3108960"/>
            <a:ext cx="2011680" cy="731520"/>
          </a:xfrm>
          <a:prstGeom prst="rect">
            <a:avLst/>
          </a:prstGeom>
          <a:solidFill>
            <a:srgbClr val="9333E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31089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Camera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RealSense Pipeline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097280"/>
            <a:ext cx="2011680" cy="731520"/>
          </a:xfrm>
          <a:prstGeom prst="rect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0972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Frame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2103120"/>
            <a:ext cx="2011680" cy="731520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21031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Scan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LiDAR Thread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3108960"/>
            <a:ext cx="2011680" cy="731520"/>
          </a:xfrm>
          <a:prstGeom prst="rect">
            <a:avLst/>
          </a:prstGeom>
          <a:solidFill>
            <a:srgbClr val="EC489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31089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Points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@ [x, z, 1]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0" y="4114800"/>
            <a:ext cx="2011680" cy="731520"/>
          </a:xfrm>
          <a:prstGeom prst="rect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0" y="4114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Vẽ &amp; Hiển thị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Result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86584" y="1828800"/>
            <a:ext cx="0" cy="27432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377440" y="2834640"/>
            <a:ext cx="9144" cy="27432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383280" y="1463040"/>
            <a:ext cx="1645920" cy="9144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5040" y="1828800"/>
            <a:ext cx="9144" cy="27432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35040" y="2834640"/>
            <a:ext cx="9144" cy="27432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37760" y="4480560"/>
            <a:ext cx="182880" cy="9144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BƯỚC 1: LOAD MA TRẬN HOMOGRAPHY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 File input: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calibration_result.npz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Được tạo bởi compute_calibration.py (Phần 2)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Kiểm tra file: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Nếu không tồn tại → hiển thị lỗi và thoát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Kiểm tra key "homography" có trong file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Load dữ liệu: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data = np.load("calibration_result.npz")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H = data["homography"]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error = data["homography_error"]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Hiển thị thông tin: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Ma trận H (3×3)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Reprojection error trung bình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BƯỚC 2: LIDAR BACKGROUND THREAD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Chạy độc lập: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Daemon thread chạy background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Không block main loop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Tự động dừng khi chương trình thoát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Quét liên tục: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Kết nối RPLidar trên COM3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Đọc scan từ lidar.iter_scans()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Lọc góc: -90° ≤ angle ≤ 90°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Loại bỏ distance = 0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Thread-safe: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Dùng Lock để bảo vệ latest_scan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Main thread đọc an toàn với scan_lock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Tránh race condition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BƯỚC 3: CAMERA STREAM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🎥 RealSense Pipeline: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Config: RGB + Depth streams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Resolution: 640×480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FPS: 30 frames/giây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 Main Loop: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while True: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frames = pipeline.wait_for_frames()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aligned = align.process(frames)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color_frame = aligned.get_color_frame()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color_img = np.asanyarray(color_frame.get_data())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Timing: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Timeout: 5000ms nếu không có frame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Copy frame để vẽ lên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BƯỚC 4: CHIẾU ĐIỂM LIDAR LÊN ẢNH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Hàm lidar_to_pixel():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Chuyển đổi Polar → Cartesian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angle_rad = radians(angle_deg)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x = distance_mm × sin(angle_rad)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z = distance_mm × cos(angle_rad)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Áp dụng Homography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pt = [x, z, 1.0]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pixel = H @ pt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Normalize về pixel 2D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 = pixel[0] / pixel[2]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 = pixel[1] / pixel[2]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Kiểm tra: Chỉ giữ điểm trong ảnh (0 ≤ u &lt; 640, 0 ≤ v &lt; 480)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BƯỚC 5: MÃ HÓA MÀU THEO KHOẢNG CÁCH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THUẬT TOÁN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Hàm dist_to_color():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Phạm vi: 300mm - 4000mm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Tính tỷ lệ: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ratio = (dist - 300) / (4000 - 300)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Nếu ratio &lt; 0.5 (GẦN):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 = 255 × ratio × 2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 = 255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Nếu ratio ≥ 0.5 (XA):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 = 255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 = 255 × (1 - (ratio - 0.5) × 2)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DẢI MÀU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0" y="1920240"/>
            <a:ext cx="1371600" cy="32004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300mm - Gần (Xanh lá)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2377440"/>
            <a:ext cx="1371600" cy="320040"/>
          </a:xfrm>
          <a:prstGeom prst="rect">
            <a:avLst/>
          </a:prstGeom>
          <a:solidFill>
            <a:srgbClr val="80FF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~1000mm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2834640"/>
            <a:ext cx="1371600" cy="32004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~2000mm (Vàng)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3291840"/>
            <a:ext cx="1371600" cy="320040"/>
          </a:xfrm>
          <a:prstGeom prst="rect">
            <a:avLst/>
          </a:prstGeom>
          <a:solidFill>
            <a:srgbClr val="FF8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~3000mm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3749040"/>
            <a:ext cx="1371600" cy="320040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9224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4000mm - Xa (Đỏ)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4206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Giúp nhận diện nhanh khoảng cách vật thể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BƯỚC 6: VẼ &amp; HIỂN THỊ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</a:t>
            </a:r>
            <a:r>
              <a:rPr lang="en-US" sz="1800" b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Vẽ từng điểm LiDAR:</a:t>
            </a:r>
            <a:endParaRPr lang="en-US" sz="14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for angle, dist in scan:</a:t>
            </a:r>
            <a:endParaRPr lang="en-US" sz="14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u, v = lidar_to_pixel(angle, dist, H)</a:t>
            </a:r>
            <a:endParaRPr lang="en-US" sz="1400"/>
          </a:p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0 ≤ u &lt; 640 and 0 ≤ v &lt; 480: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color = dist_to_color(dist)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cv2.circle(frame, (u, v), 4, color, -1)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Thông tin hiển thị: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Số điểm LiDAR chiếu thành công / tổng số điểm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Hướng dẫn: nhấn "q" để thoát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OpenCV Window: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Tên: "LiDAR + Camera Fusion"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Refresh: mỗi frame camera (~30fps)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Thoát: nhấn phím "q"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65A4B4-6E33-D893-34F5-A7B6C8DE3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636" y="1636773"/>
            <a:ext cx="2925810" cy="218637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HIỆU NĂNG &amp; TỐI ƯU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Multi-threading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LiDAR chạy background → không block camera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Main loop chỉ xử lý visualization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Latency thấp, FPS ổn định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051560"/>
          </a:xfrm>
          <a:prstGeom prst="rect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Hiệu quả tính toán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Homography: phép nhân ma trận nhanh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Chỉ vẽ điểm trong khung hình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Numpy vectorization cho hiệu năng cao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8229600" cy="105156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Thread-safe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3886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Lock bảo vệ latest_scan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2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Copy scan trước khi 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Tránh </a:t>
            </a:r>
            <a:r>
              <a:rPr lang="en-US" sz="120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TỔNG KẾT FUSION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1828800" cy="548640"/>
          </a:xfrm>
          <a:prstGeom prst="rect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H từ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.npz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1828800" cy="548640"/>
          </a:xfrm>
          <a:prstGeom prst="rect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Thread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±90°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1828800" cy="548640"/>
          </a:xfrm>
          <a:prstGeom prst="rect">
            <a:avLst/>
          </a:prstGeom>
          <a:solidFill>
            <a:srgbClr val="9333E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Stream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291840"/>
            <a:ext cx="1828800" cy="548640"/>
          </a:xfrm>
          <a:prstGeom prst="rect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@ [x,z,1]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1828800" cy="548640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023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Màu theo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 cách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28800" y="1645920"/>
            <a:ext cx="0" cy="18288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28800" y="2377440"/>
            <a:ext cx="0" cy="18288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28800" y="3108960"/>
            <a:ext cx="0" cy="18288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828800" y="3840480"/>
            <a:ext cx="0" cy="18288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0" y="1097280"/>
            <a:ext cx="54864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83280" y="128016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Điểm chính: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Sử dụng ma trận H đã tính được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Multi-threading cho hiệu năng cao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Hiển thị real-time ~30fps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Màu sắc trực quan theo khoảng cách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Ứng dụng: Navigation, SLAM, 3D Mapping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2919</Words>
  <Application>Microsoft Office PowerPoint</Application>
  <PresentationFormat>On-screen Show (16:9)</PresentationFormat>
  <Paragraphs>488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Hiệu Chuẩn LiDAR-Camera - Hoàn Chỉnh</dc:title>
  <dc:subject>PptxGenJS Presentation</dc:subject>
  <dc:creator>LiDAR-Camera Calibration System</dc:creator>
  <cp:lastModifiedBy>SOS Đà Lạt 3</cp:lastModifiedBy>
  <cp:revision>4</cp:revision>
  <dcterms:created xsi:type="dcterms:W3CDTF">2026-03-08T16:38:21Z</dcterms:created>
  <dcterms:modified xsi:type="dcterms:W3CDTF">2026-03-09T06:31:39Z</dcterms:modified>
</cp:coreProperties>
</file>